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097280" cy="73152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94415" cy="14630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spcAft>
                <a:spcPts val="1600"/>
              </a:spcAft>
            </a:pPr>
            <a:r>
              <a:rPr sz="4000" b="1">
                <a:solidFill>
                  <a:srgbClr val="FFFFFF"/>
                </a:solidFill>
                <a:latin typeface="Meiryo"/>
              </a:rPr>
              <a:t>アイリスオーヤマ 訪問前レポート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Meiryo"/>
              </a:rPr>
              <a:t>産業廃棄物の処理受託に向けた事前調査｜訪問拠点：富士小山工場（静岡県駿東郡小山町桑木221-1）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CDE3D4"/>
                </a:solidFill>
                <a:latin typeface="Meiryo"/>
              </a:rPr>
              <a:t>2026-10-18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109441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4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訪問サマリー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社内資料（営業担当者向け）｜相手企業に渡さないこと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3515258" cy="3291840"/>
          </a:xfrm>
          <a:prstGeom prst="rect">
            <a:avLst/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3515258" cy="73152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314949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800" b="1">
                <a:solidFill>
                  <a:srgbClr val="1E5E3B"/>
                </a:solidFill>
                <a:latin typeface="Meiryo"/>
              </a:rPr>
              <a:t>どんな会社か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3149498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  <a:latin typeface="Meiryo"/>
              </a:rPr>
              <a:t>生活用品メーカー（本社：仙台市）の富士小山工場。2021年から飲料水を生産し、PETボトルの内製化を推進（2021年時点の報道）。物流倉庫・社員食堂もある。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8218" y="1325880"/>
            <a:ext cx="3515258" cy="3291840"/>
          </a:xfrm>
          <a:prstGeom prst="rect">
            <a:avLst/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8218" y="1325880"/>
            <a:ext cx="3515258" cy="73152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1098" y="1554480"/>
            <a:ext cx="314949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800" b="1">
                <a:solidFill>
                  <a:srgbClr val="1E5E3B"/>
                </a:solidFill>
                <a:latin typeface="Meiryo"/>
              </a:rPr>
              <a:t>想定される廃棄物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098" y="2148840"/>
            <a:ext cx="3149498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  <a:latin typeface="Meiryo"/>
              </a:rPr>
              <a:t>PETくず・梱包材（廃プラ）、パレット（木くず）、作動油・廃食用油（廃油）、金属くず。洗浄薬品廃液（特管の可能性）は要ヒアリング。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7796" y="1325880"/>
            <a:ext cx="3515258" cy="3291840"/>
          </a:xfrm>
          <a:prstGeom prst="rect">
            <a:avLst/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1325880"/>
            <a:ext cx="3515258" cy="73152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0676" y="1554480"/>
            <a:ext cx="314949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800" b="1">
                <a:solidFill>
                  <a:srgbClr val="1E5E3B"/>
                </a:solidFill>
                <a:latin typeface="Meiryo"/>
              </a:rPr>
              <a:t>最有力の提案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0676" y="2148840"/>
            <a:ext cx="3149498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  <a:latin typeface="Meiryo"/>
              </a:rPr>
              <a:t>製造ライン・物流倉庫・食堂の廃棄物の一括受託（定期回収込み）。あわせて単一素材のPETくずを中心としたリサイクル。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80"/>
              </a:spcAft>
            </a:pPr>
            <a:r>
              <a:rPr sz="1200" b="0">
                <a:solidFill>
                  <a:srgbClr val="666666"/>
                </a:solidFill>
                <a:latin typeface="Meiryo"/>
              </a:rPr>
              <a:t>※ 公表された排出情報はなく、推定はすべて「業種から推定」か「要ヒアリング」。プラスチック製品の製造が続いているかは未確認。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109441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4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企業概要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社内資料（営業担当者向け）｜相手企業に渡さないこと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40"/>
              </a:spcAft>
            </a:pPr>
            <a:r>
              <a:rPr sz="1600" b="1">
                <a:solidFill>
                  <a:srgbClr val="1E5E3B"/>
                </a:solidFill>
                <a:latin typeface="Meiryo"/>
              </a:rPr>
              <a:t>生活用品の企画・製造・販売を行うメーカー。訪問先は本社ではなく静岡県の富士小山工場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6101928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5482"/>
                <a:gridCol w="4576446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項目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内容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正式社名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アイリスオーヤマ株式会社（法人番号 3370001006799、検索結果より）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本社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宮城県仙台市青葉区五橋2-12-1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訪問拠点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富士小山工場（1997年3月竣工、敷地22,890m²）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従業員数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単体6,223名・グループ13,671名（2025年1月、検索結果より）／工場104名（2017年）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工場の業種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清涼飲料製造（2021年〜）、プラスチック製品製造（2017年時点）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代表者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代表取締役社長 大山 晃弘（検索結果より）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環境認証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ISO14001：角田I.T.P・鳥栖工場が取得（検索結果より）。富士小山工場は不明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970608" y="1783080"/>
            <a:ext cx="467244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40"/>
              </a:spcAft>
            </a:pPr>
            <a:r>
              <a:rPr sz="1600" b="1">
                <a:solidFill>
                  <a:srgbClr val="3A9D5D"/>
                </a:solidFill>
                <a:latin typeface="Meiryo"/>
              </a:rPr>
              <a:t>営業の着眼点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70608" y="2240280"/>
            <a:ext cx="4672446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・1拠点に製造・物流・食堂と性質の違う排出源があり、一括受託の余地が大きい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・全工程自動化・省人化を推進（2021年）。廃棄物手配の事務削減は方針と合う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・環境方針で再利用可能素材・省資源化・廃棄ロス削減を掲げる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・委託の決定権が工場か本社（宮城県）かは不明。訪問時に確認する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・同じ本社住所の「株式会社オーヤマ」（貿易会社）は別法人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109441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4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拠点と工程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社内資料（営業担当者向け）｜相手企業に渡さないこと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94413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9412"/>
                <a:gridCol w="1987059"/>
                <a:gridCol w="2483824"/>
                <a:gridCol w="3974118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拠点名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種類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所在地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主な工程・設備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富士小山工場（訪問先）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工場・物流倉庫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静岡県駿東郡小山町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飲料水ライン、PETボトル内製（2021年時点）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　〃（工場内）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物流倉庫・食堂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同上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製品出荷・フォークリフト、社員食堂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　〃（2017年時点）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工場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同上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プラスチック製品製造（現状未確認）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本社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本社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宮城県仙台市青葉区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本社機能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富士裾野工場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工場（飲料水）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静岡県裾野市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2023年7月稼働、平置き倉庫併設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舞鶴工場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工場（飲料水）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京都府舞鶴市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2024年10月に新設を発表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角田・埼玉・米原・鳥栖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工場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宮城県角田市ほか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国内5工場の一部。詳細未確認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80"/>
              </a:spcAft>
            </a:pPr>
            <a:r>
              <a:rPr sz="1200" b="0">
                <a:solidFill>
                  <a:srgbClr val="666666"/>
                </a:solidFill>
                <a:latin typeface="Meiryo"/>
              </a:rPr>
              <a:t>※ 飲料水ラインは2021年2月時点で1ライン、同年10月目途に第2ライン増設の計画（約30億円）。現在のライン数、洗浄薬品・ボイラー・排水処理設備の有無は不明。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109441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4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推定される廃棄物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社内資料（営業担当者向け）｜相手企業に渡さないこと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94413" cy="3822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1371"/>
                <a:gridCol w="3437706"/>
                <a:gridCol w="3125187"/>
                <a:gridCol w="781296"/>
                <a:gridCol w="1718853"/>
              </a:tblGrid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法定区分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具体例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発生源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特管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確度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廃プラスチック類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PET成形くず・不良ボトル・キャップ・ラベル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飲料水ライン（PET内製は2021年時点）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9770E"/>
                          </a:solidFill>
                          <a:latin typeface="Meiryo"/>
                        </a:rPr>
                        <a:t>業種から推定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廃プラスチック類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ストレッチフィルム・PPバンド・緩衝材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物流倉庫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－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9770E"/>
                          </a:solidFill>
                          <a:latin typeface="Meiryo"/>
                        </a:rPr>
                        <a:t>業種から推定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木くず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破損した木製パレット・梱包材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物流倉庫・資材受け入れ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9770E"/>
                          </a:solidFill>
                          <a:latin typeface="Meiryo"/>
                        </a:rPr>
                        <a:t>業種から推定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廃油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作動油・潤滑油・フォークリフトのオイル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成形設備・ライン・フォークリフト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－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9770E"/>
                          </a:solidFill>
                          <a:latin typeface="Meiryo"/>
                        </a:rPr>
                        <a:t>業種から推定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廃油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廃食用油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社員食堂（運営会社は別の可能性）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9770E"/>
                          </a:solidFill>
                          <a:latin typeface="Meiryo"/>
                        </a:rPr>
                        <a:t>業種から推定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金属くず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設備更新の部品・架台、ドラム缶、廃消火器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工場全体（保守・更新）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－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9770E"/>
                          </a:solidFill>
                          <a:latin typeface="Meiryo"/>
                        </a:rPr>
                        <a:t>業種から推定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廃プラスチック類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ランナー・パージ材・不良品・原料袋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プラスチック製品製造（稼働未確認）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392B"/>
                          </a:solidFill>
                          <a:latin typeface="Meiryo"/>
                        </a:rPr>
                        <a:t>要ヒアリング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廃酸・廃アルカリ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ライン洗浄（CIP）・殺菌の薬品廃液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飲料水ラインの洗浄・殺菌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○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392B"/>
                          </a:solidFill>
                          <a:latin typeface="Meiryo"/>
                        </a:rPr>
                        <a:t>要ヒアリング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汚泥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グリーストラップ汚泥、脱水汚泥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社員食堂、排水処理設備（有無不明）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392B"/>
                          </a:solidFill>
                          <a:latin typeface="Meiryo"/>
                        </a:rPr>
                        <a:t>要ヒアリング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水銀使用製品産廃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蛍光管・水銀灯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工場棟・倉庫・事務所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－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392B"/>
                          </a:solidFill>
                          <a:latin typeface="Meiryo"/>
                        </a:rPr>
                        <a:t>要ヒアリング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80"/>
              </a:spcAft>
            </a:pPr>
            <a:r>
              <a:rPr sz="1200" b="0">
                <a:solidFill>
                  <a:srgbClr val="666666"/>
                </a:solidFill>
                <a:latin typeface="Meiryo"/>
              </a:rPr>
              <a:t>※ 確度：公表情報あり＝公表資料に記載（該当なし）／業種から推定＝確認できた工程から推定／要ヒアリング＝工程・設備が未確認。特管○はpH2.0以下・12.5以上の場合。段ボール・紙ごみ・生ごみは事業系一般廃棄物で対象外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109441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4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提案するサービス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社内資料（営業担当者向け）｜相手企業に渡さないこと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94413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627"/>
                <a:gridCol w="2958510"/>
                <a:gridCol w="2958510"/>
                <a:gridCol w="4437766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優先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サービス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対象の廃棄物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相手にとっての利点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一括受託（窓口一本化）＋定期回収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廃プラ・木くず・廃油・金属くず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委託先・契約・マニフェスト管理が1社で済み、保管の圧迫も防ぐ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リサイクル（PET再生・RPF化・チップ化・廃油再生）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PETくず・梱包フィルム・パレット・廃油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リサイクル率を高め、環境方針の取り組みに反映できる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特管の処理＋スポット回収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洗浄薬品廃液（特管の可能性）・金属くず・蛍光管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扱いの難しい廃液も同じ窓口で相談。設備更新時にすぐ引取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80"/>
              </a:spcAft>
            </a:pPr>
            <a:r>
              <a:rPr sz="1200" b="0">
                <a:solidFill>
                  <a:srgbClr val="666666"/>
                </a:solidFill>
                <a:latin typeface="Meiryo"/>
              </a:rPr>
              <a:t>※ 価格・処理単価は訪問時に示さない。量と性状を確認したうえで後日見積もりとする。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109441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4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ヒアリング項目と訪問時の注意点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社内資料（営業担当者向け）｜相手企業に渡さないこと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5364327" cy="457200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536432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20"/>
              </a:spcAft>
            </a:pPr>
            <a:r>
              <a:rPr sz="1800" b="1">
                <a:solidFill>
                  <a:srgbClr val="FFFFFF"/>
                </a:solidFill>
                <a:latin typeface="Meiryo"/>
              </a:rPr>
              <a:t>ヒアリング項目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364327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・委託の決定権は工場か本社（宮城県）か。担当部署と流れ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・プラスチック製品の製造は続いているか（品目・成形方式・樹脂）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・飲料水のライン数、第2ラインの稼働、今後の増設・更新予定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・PET内製の方式、成形くず・不良ボトルの量と分別、有価売却の有無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・洗浄・殺菌の薬品の種類、廃液は排水処理か委託か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・パレットの材質・レンタル有無、作動油の交換頻度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・食堂の運営会社と廃食用油・汚泥の排出事業者名義、照明のLED化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・現在の委託先数・回収頻度・困りごと、マニフェストは紙か電子か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8727" y="1234440"/>
            <a:ext cx="5364327" cy="457200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5887" y="1234440"/>
            <a:ext cx="536432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20"/>
              </a:spcAft>
            </a:pPr>
            <a:r>
              <a:rPr sz="1800" b="1">
                <a:solidFill>
                  <a:srgbClr val="FFFFFF"/>
                </a:solidFill>
                <a:latin typeface="Meiryo"/>
              </a:rPr>
              <a:t>訪問時の注意点と最近の動き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828800"/>
            <a:ext cx="5364327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・プラ製品製造を前提に話さず、まず現状を確かめてから提案を絞る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・段ボール・紙ごみ・生ごみは事業系一般廃棄物で対象外と伝える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・PETくず等の有価売却や現在の委託先・処理方法を否定しない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・法令違反を断定しない。価格はその場で示さない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・2021-02-18：工場の一部を改修し飲料水の本格生産を開始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・2021-06-09（報道）：PETボトル内製化・全工程自動化を推進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・2023-07-20 富士裾野工場が稼働／2024-10-17 舞鶴工場の新設を発表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・2025-11-21：面接会資料で工場の物流倉庫のフォークマンを求人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109441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4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出典一覧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社内資料（営業担当者向け）｜相手企業に渡さないこと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410047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[1] 株式会社富士フーズの求人（Indeed、富士小山工場内社員食堂、スニペットより） - https://jp.indeed.com/q-%e6%a0%aa%e5%bc%8f%e4%bc%9a%e7%a4%be%e5%af%8c%e5%a3%ab%e3%83%95%e3%83%bc%e3%82%ba-%e6%b1%82%e4%ba%ba.html?start=20（確認日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[2] 静岡県小山町と「災害時における物資供給」に関する協定を締結（公式ニュース 2017年12月、スニペットより） - https://www.irisohyama.co.jp/news/2017/amp/1215.html（確認日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[3] アイリスオーヤマ、飲料水事業に本格参入。防災ニーズに応える（家電Watch、2021-02-19） - https://www.watch.impress.co.jp/docs/news/1307426.html（確認日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[4] ミネラルウオーター・炭酸水特集：アイリスオーヤマ 全工程自動化や店舗直送（日本食糧新聞、2021-06-09） - https://news.nissyoku.co.jp/?p=747456（確認日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[5] アイリス、静岡・裾野に平置き倉庫併設の新工場（LOGI-TODAY、2023-01-31）／公式ニュース 2023-01-30 - https://www.logi-today.com/528502 ／ https://www.irisohyama.co.jp/news/2023/?date=0130（確認日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[6] アイリスオーヤマ、飲料水生産工場を本格稼働（LOGI-TODAY、2023-07-20） - https://www.logi-today.com/554233（確認日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[7] アイリスが飲料水の舞鶴工場新設、自治体と防災協定（LOGI-TODAY、2024-10-17） - https://www.logi-today.com/668636（確認日 2026-10-18）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007" y="1234440"/>
            <a:ext cx="5410047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[8] 会社概要（アイリスオーヤマ公式サイト、スニペットより） - https://www.irisohyama.co.jp/company/outline/（確認日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[9] アイリスオーヤマ 企業情報（ワンキャリア、スニペットより） - https://www.onecareer.jp/companies/4371 ／ https://plus.onecareer.jp/articles/903（確認日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[10] 法人情報 法人番号3370001006799（Data Max）／株式会社オーヤマ（JETRO仙台） - https://data-max.co.jp/corpo_database/corpo/detail/3370001006799 ／ https://static.jetro.go.jp/jetro/japan/sendai/company/ohyama.html（確認日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[11] 環境への取り組み（アイリスオーヤマ公式サイト、スニペットより） - https://www.irisohyama.co.jp/company/socialactivity/environment/（確認日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[12] ハローワーク御殿場 面接会資料（令和7年11月21日開催分、スニペットより） - https://jsite.mhlw.go.jp/shizuoka-roudoukyoku/content/contents/002445946.pdf（確認日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[13] アイリスオーヤマ、22年度の高卒採用枠を3割増で過去最多「600人」に（BCN+R、2021-07-07） - https://www.bcnretail.com/market/detail/20210707_233727.html（確認日 2026-10-18）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