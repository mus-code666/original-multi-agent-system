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097280" cy="73152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1463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16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マースエンジニアリング 訪問前レポート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Meiryo"/>
              </a:rPr>
              <a:t>産業廃棄物の処理受託に向けた事前調査｜訪問拠点：東富士工場（静岡県御殿場市柴怒田961-45）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CDE3D4"/>
                </a:solidFill>
                <a:latin typeface="Meiryo"/>
              </a:rPr>
              <a:t>2026-10-18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訪問サマリー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3515258" cy="3291840"/>
          </a:xfrm>
          <a:prstGeom prst="rect">
            <a:avLst/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3515258" cy="73152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1494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1E5E3B"/>
                </a:solidFill>
                <a:latin typeface="Meiryo"/>
              </a:rPr>
              <a:t>どんな会社か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314949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Meiryo"/>
              </a:rPr>
              <a:t>パチンコホール向けのプリペイドカードシステム・POS・紙幣搬送装置などの開発製造。東証上場マースグループHDの100%子会社。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325880"/>
            <a:ext cx="3515258" cy="3291840"/>
          </a:xfrm>
          <a:prstGeom prst="rect">
            <a:avLst/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325880"/>
            <a:ext cx="3515258" cy="73152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098" y="1554480"/>
            <a:ext cx="31494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1E5E3B"/>
                </a:solidFill>
                <a:latin typeface="Meiryo"/>
              </a:rPr>
              <a:t>想定される廃棄物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148840"/>
            <a:ext cx="314949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Meiryo"/>
              </a:rPr>
              <a:t>梱包材の廃プラ、不良品・試作品の混合物（業種から推定）。金属くず・廃油・蛍光管・PCB など8種は要ヒアリング。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7796" y="1325880"/>
            <a:ext cx="3515258" cy="3291840"/>
          </a:xfrm>
          <a:prstGeom prst="rect">
            <a:avLst/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325880"/>
            <a:ext cx="3515258" cy="73152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554480"/>
            <a:ext cx="31494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1E5E3B"/>
                </a:solidFill>
                <a:latin typeface="Meiryo"/>
              </a:rPr>
              <a:t>最有力の提案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148840"/>
            <a:ext cx="314949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Meiryo"/>
              </a:rPr>
              <a:t>新しい生産設備の導入（2026-12完了予定）に合わせた梱包材・旧設備のスポット回収から入り、一括受託につなげる。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東富士工場の工程・設備・薬品は公表されていない。推定は業種に基づくため、決めつけずに質問から入ること。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企業概要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1">
                <a:solidFill>
                  <a:srgbClr val="1E5E3B"/>
                </a:solidFill>
                <a:latin typeface="Meiryo"/>
              </a:rPr>
              <a:t>アミューズメント施設（パチンコ・パチスロホール）向け電子機器の設計・製造・販売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101928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482"/>
                <a:gridCol w="4576446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正式社名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株式会社マースエンジニアリング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本社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東京都新宿区新宿一丁目10番7号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代表者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代表取締役社長 江藤 征弘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設立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2018-10-01（新設分割。前身は1974年設立）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従業員数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373名（2025-04時点）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業種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電子機器の設計・製造業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親会社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マースグループHD（議決権100%、証券コード6419）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環境認証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ISO14001 取得（2009年、現状未確認）／ISO9001（東富士工場を含む。2026-07-07期限、更新未確認）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70608" y="1783080"/>
            <a:ext cx="467244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1">
                <a:solidFill>
                  <a:srgbClr val="3A9D5D"/>
                </a:solidFill>
                <a:latin typeface="Meiryo"/>
              </a:rPr>
              <a:t>営業の着眼点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0608" y="2240280"/>
            <a:ext cx="4672446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・東富士工場の土地・建物は親会社の所有。委託を誰が決めるか要確認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・隣にグループ会社マーステクノファクトリー（別法人、金属加工）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・グループで GHG 2030年46%削減目標。リサイクル提案が響きやすい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・生産実績は前期比59.2%に減少。量の多さを前提にしない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・廃棄物の排出量・リサイクル率・現在の委託先は非公表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出典：社名・本社・代表者・設立[1][7]、従業員数[11]、親会社・環境認証[4][5][6]、着眼点[5][7][8]。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拠点と工程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3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866"/>
                <a:gridCol w="1584916"/>
                <a:gridCol w="2852849"/>
                <a:gridCol w="4120782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拠点名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種類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所在地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主な工程・設備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東富士工場（訪問先）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御殿場市柴怒田961-45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製品の設計・開発・製造（ISO9001）。具体的な工程は非公表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富士研修所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研修施設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東富士工場の敷地内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親会社所有、グループに賃貸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御殿場工場（隣接・別法人）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御殿場市柴怒田961-14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マーステクノファクトリー。プレス・溶接・脱脂洗浄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テクノ流通センター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流通センター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御殿場市東田中2-22-25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親会社所有、グループに賃貸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御殿場倉庫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倉庫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御殿場市（番地不明）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親会社所有、グループに賃貸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本社・東京技術センター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本社・開発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東京都新宿区新宿1-10-7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本社業務・開発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裾野技術センター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技術センター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静岡県裾野市伊豆島田818-8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ISO9001 対象拠点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パーツセンター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部品センター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さいたま市中央区本町東5-13-20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ISO9001 対象拠点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東富士工場：1989年開設、1990・2002・2006年増築、敷地16,346㎡。製品生産設備の新規導入を計画（2025-10着手、2026-12完了予定）。出典[2][4][5][7][8][10]。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推定される廃棄物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2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1829"/>
                <a:gridCol w="2894195"/>
                <a:gridCol w="2733406"/>
                <a:gridCol w="1286308"/>
                <a:gridCol w="1768674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法定区分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具体例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発生源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特管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確度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廃プラスチック類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入荷・製品梱包のフィルム、緩衝材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部材受け入れ・梱包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Meiryo"/>
                        </a:rPr>
                        <a:t>業種から推定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金属くず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筐体部品の不良・余り、銅線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組立・配線（工程は未確認）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混合物（廃プラ・金属・ガラス）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不良品、試作・評価機、不要部材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設計・開発・製造・検査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Meiryo"/>
                        </a:rPr>
                        <a:t>業種から推定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混合物（廃プラ・金属・ガラス）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ホールから撤去した旧型機器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工場・パーツセンター（不明）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金属くず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はんだくず・ドロス、不良基板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基板実装（工程の有無不明）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廃油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洗浄溶剤、潤滑油・作動油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組立・検査・設備保守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○（引火性なら）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木くず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木製パレット・木枠梱包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部材受け入れ・新設備搬入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混合物（金属・廃プラ）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旧生産設備・検査機器・ラック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新設備導入に伴う入れ替え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水銀使用製品産業廃棄物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蛍光管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工場建屋・研修所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PCB 汚染物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トランス・コンデンサ・安定器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受変電設備（1989年開設）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○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確度：公表情報あり＝公表資料に記載／業種から推定＝業種・工程から推定／要ヒアリング＝工程が未確認。計10種（0／2／8）。隣のテクノファクトリー分は含めない。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提案するサービス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3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891"/>
                <a:gridCol w="3039565"/>
                <a:gridCol w="3343522"/>
                <a:gridCol w="3951435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優先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サービス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対象の廃棄物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相手にとっての利点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スポット回収（新設備導入に合わせた梱包材・旧設備）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廃プラ梱包材、パレット・木枠、旧設備、不要部材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搬入・立ち上げ時の梱包材や、置き換えなら旧設備を、時期に合わせ1社で引き取れる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一括受託（定期回収とリサイクル）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廃プラ、金属くず、混合物、撤去品、はんだくず、廃油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委託先・契約・マニフェストを集約。資源化でリサイクル率向上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特管（PCB・引火性廃油）と蛍光管の処理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廃油、蛍光管、PCB 汚染物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扱える業者が限られる廃棄物も同じ窓口で相談できる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撤去品は破砕などで確実に壊してから資源化でき、紙幣識別機などの部品流出の心配を減らせる。期限：低濃度 PCB 処分は 2027-03-31、蛍光ランプ製造は 2027年末までに終了予定（一般的な法定期限。訪問前に最新情報を確認）。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ヒアリング項目と訪問時の注意点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364327" cy="457200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536432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ヒアリング項目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64327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・東富士工場の工程（基板実装・組立・検査・梱包のどこまでか）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・部材の荷姿、パレットは返却か処分か／製品梱包の材料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・不良品・試作品・撤去品の量と集約場所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・洗浄溶剤・油類の種類と量（SDS で引火点）、はんだは鉛フリーか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・新設備は置き換えか増設か、搬入・撤去の時期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・照明の LED 化、受変電設備の PCB 調査の有無と持ち主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・委託先の数・回収頻度、委託を決める部署（工場／本社／親会社／グループ）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・ISO14001 の対象範囲、マニフェストは紙か電子か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234440"/>
            <a:ext cx="5364327" cy="457200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5887" y="1234440"/>
            <a:ext cx="536432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訪問時の注意点と最近の動き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828800"/>
            <a:ext cx="5364327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・推定は業種ベース。決めつけず質問から入る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・テクノファクトリーは別法人。同社の廃棄物として話さない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・PCB・蛍光管は「確認は済んでいるか」と聞く。違反を断定しない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・現在の委託先を否定しない。価格・処理単価は示さない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・段ボール・紙ごみ・生ごみは一般廃棄物で対象外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・2024-07：隣にテクノファクトリー新工場が移転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・2026-04：マースシステムズ東海を吸収合併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・2026-12：東富士工場の新生産設備が完了予定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出典一覧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410047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[1] 会社概要／アクセス｜株式会社マースエンジニアリング - https://www.mars-eng.co.jp/company/outline.html（確認日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[2] 事業所一覧｜株式会社マースエンジニアリング - https://www.mars-eng.co.jp/company/office.html（確認日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[3] グループ会社一覧｜株式会社マースエンジニアリング - https://www.mars-eng.co.jp/company/group.html（確認日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[4] 品質保証活動(ISO9001)｜株式会社マースエンジニアリング - https://www.mars-eng.co.jp/company/iso9001.html（確認日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[5] マースグループホールディングス 有価証券報告書テキスト（2026年3月期） - https://edinetdb.jp/company/E02424/text（確認日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[6] マースグループホールディングスの沿革（キタイシホン） - https://kitaishihon.com/company/6419/story（確認日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[7] マースグループホールディングス 有価証券報告書テキスト（2024年3月期） - https://edinetdb.jp/company/E02424/text?fy=2024（確認日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[8] マーステクノファクトリー 公式サイト トップページ - https://mars-tf.jp/wp/（確認日 2026-10-18）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1234440"/>
            <a:ext cx="5410047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[9] お知らせ一覧｜マーステクノファクトリー - https://mars-tf.jp/wp/oshirase-page/（確認日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[10] 設備紹介｜マーステクノファクトリー - https://mars-tf.jp/wp/%e8%a8%ad%e5%82%99%e7%b4%b9%e4%bb%8b/（確認日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[11] 株式会社マースエンジニアリング｜キャリタス就活 - https://job.career-tasu.jp/corp/00039109/default/（確認日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[12] 法人番号 7011101019888（houjin.jp、第三者サイト） - https://houjin.jp/c/7011101019888（確認日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[13] 製品一覧｜株式会社マースエンジニアリング - https://www.mars-eng.co.jp/products/index.html（確認日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[14] CSR活動｜株式会社マースエンジニアリング - https://www.mars-eng.co.jp/company/csr.html（確認日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[15] 安全衛生・健康経営｜株式会社マースエンジニアリング - https://www.mars-eng.co.jp/company/safety.html（確認日 2026-10-18）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